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563EB"/>
                </a:solidFill>
                <a:latin typeface="Microsoft YaHei"/>
              </a:defRPr>
            </a:pPr>
            <a:r>
              <a:t>CampusMind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面向大学生的 AI 课程学习工作台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把课件 PDF 转化为可检索、可问答、可总结、可练习的课程知识库。</a:t>
            </a:r>
          </a:p>
        </p:txBody>
      </p:sp>
      <p:pic>
        <p:nvPicPr>
          <p:cNvPr id="6" name="Picture 5" descr="home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77240"/>
            <a:ext cx="4937760" cy="2812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23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563EB"/>
                </a:solidFill>
                <a:latin typeface="Microsoft YaHei"/>
              </a:defRPr>
            </a:pPr>
            <a:r>
              <a:t>演讲重点：问题 → 方案 → RAG 原理 → 功能演示 → 未来计划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为什么需要 CampusMind？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大学生学习资料多，但资料没有被组织成可交互的知识系统。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7335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资料分散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PDF、讲义、教材、笔记分散在不同位置，临近考试时查找成本高。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7335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普通 AI 不懂课件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直接问通用 AI 容易得到泛泛回答，无法保证答案来自课程资料。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38328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67335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复习缺少闭环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看资料、总结、做题、纠错彼此割裂，学习过程难以追踪。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产品方案：AI 课程学习工作台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围绕课程而不是围绕聊天框设计。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42316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733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课程库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75688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每门课程独立管理资料、复习题和学习进度。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42316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6733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课程详情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075688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左侧资料，中间问答，右侧总结、复习题和术语解释。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242316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6733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学习洞察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075688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把课程数量、练习完成数、平均分和近期活动可视化。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508760"/>
            <a:ext cx="242316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1" y="16733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工具台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1" y="2075688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统一调用智能问答、重点总结、生成复习题、术语解释。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核心学习流程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从上传资料到复习反馈，形成完整闭环。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5087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762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78608"/>
            <a:ext cx="1188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上传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4048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15087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21762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2578608"/>
            <a:ext cx="1188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解析文本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4048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011680"/>
            <a:ext cx="15087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21762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578608"/>
            <a:ext cx="1188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建立索引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4048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011680"/>
            <a:ext cx="15087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21762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2578608"/>
            <a:ext cx="1188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检索问答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011680"/>
            <a:ext cx="15087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21762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578608"/>
            <a:ext cx="1188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生成复习题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4048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2011680"/>
            <a:ext cx="15087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2992" y="21762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2578608"/>
            <a:ext cx="1188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学习洞察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Next.js 前端 + FastAPI 后端 + RAG 服务 + 在线 AI 网关。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377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Next.js / React / TypeScript / Tailwind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2377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15819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98424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FastAPI / SQLAlchemy / Pydantic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2377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5819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RAG 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98424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PDF 解析 / Embedding / 检索 / 重排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417320"/>
            <a:ext cx="19202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74352" y="158191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4352" y="19842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在线模型网关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657600"/>
            <a:ext cx="27432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9072" y="382219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数据存储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42245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SQLite，可切换 PostgreSQL /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657600"/>
            <a:ext cx="27432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382219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向量索引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42245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ChromaDB 或 JSON 回退索引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657600"/>
            <a:ext cx="26517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1" y="3822191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422452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一键启动脚本 /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RAG 技术原理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先检索真实课件，再让 AI 基于证据回答。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33172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1. 文档入库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20116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PDF 按页解析，切分为知识片段。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828800"/>
            <a:ext cx="233172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2. 语义检索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2395728"/>
            <a:ext cx="20116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用户提问后检索最相关课件片段。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233172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3. 组合提示词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395728"/>
            <a:ext cx="20116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把问题、片段、页码和约束组成提示词。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33172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4. 生成回答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395728"/>
            <a:ext cx="20116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 输出答案，前端展示来源引用。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当前水平：实战可用的基础增强版 RAG，已支持多文档、页码来源、关键词重排和引用展示。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课程库：课程资产管理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新增删除课程能力，课程卡片展示学习状态。</a:t>
            </a:r>
          </a:p>
        </p:txBody>
      </p:sp>
      <p:pic>
        <p:nvPicPr>
          <p:cNvPr id="5" name="Picture 4" descr="dashboard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583680" cy="37501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600200"/>
            <a:ext cx="34747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76479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课程卡片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2167128"/>
            <a:ext cx="31546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展示课程名、文档数、复习题数、最近学习时间和进度。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971800"/>
            <a:ext cx="34747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313639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删除课程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538728"/>
            <a:ext cx="31546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用户可删除不再需要的课程，并通过确认弹窗避免误删。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43400"/>
            <a:ext cx="34747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450799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中文化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4910328"/>
            <a:ext cx="31546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页面文案统一改为中文，降低演示和使用门槛。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课程详情：真正的学习工作台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资料、问答、引用、复习题和术语解释集中在一页。</a:t>
            </a:r>
          </a:p>
        </p:txBody>
      </p:sp>
      <p:pic>
        <p:nvPicPr>
          <p:cNvPr id="5" name="Picture 4" descr="dashboard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97280"/>
            <a:ext cx="5212080" cy="29689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25880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4904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左侧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1892807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PDF 上传和文档列表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325880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34272" y="14904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中间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4272" y="1892807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基于课件的 AI 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71800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1363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右侧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53872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复习题、术语解释、总结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971800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31363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重点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353872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回答必须展示来源引用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AI 工具台：四种模式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把 AI 能力拆成清晰的学习工具，而不是堆在一起。</a:t>
            </a:r>
          </a:p>
        </p:txBody>
      </p:sp>
      <p:pic>
        <p:nvPicPr>
          <p:cNvPr id="5" name="Picture 4" descr="lab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217920" cy="35418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143000"/>
            <a:ext cx="34747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30759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智能问答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709928"/>
            <a:ext cx="31546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问题转向课程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34747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245059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重点总结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852928"/>
            <a:ext cx="31546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整理复习清单和考点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29000"/>
            <a:ext cx="34747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359359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生成复习题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3995928"/>
            <a:ext cx="31546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输出选择题和解析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572000"/>
            <a:ext cx="34747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473659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术语解释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5138928"/>
            <a:ext cx="31546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中英韩术语对照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学习洞察：让复习进度可视化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项目不只回答问题，也记录学习结果。</a:t>
            </a:r>
          </a:p>
        </p:txBody>
      </p:sp>
      <p:pic>
        <p:nvPicPr>
          <p:cNvPr id="5" name="Picture 4" descr="insights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92240" cy="36981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63040"/>
            <a:ext cx="33832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6276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统计指标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2029968"/>
            <a:ext cx="3063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课程数、文档数、练习完成数、平均分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834640"/>
            <a:ext cx="33832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29992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趋势图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401568"/>
            <a:ext cx="3063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展示最近学习活跃度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206240"/>
            <a:ext cx="33832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43708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薄弱点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4773168"/>
            <a:ext cx="3063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为后续错题本和记忆曲线预留入口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现场演示路线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按这个顺序演示，观众最容易理解。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49834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4475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1. 打开首页，说明项目定位。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47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355079" y="1280160"/>
            <a:ext cx="49834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1" y="144475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2. 进入课程库，创建或选择课程。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1" y="1847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49834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8620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3. 上传课程 PDF，等待文档解析完成。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2644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355079" y="2697480"/>
            <a:ext cx="49834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1" y="28620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4. 在问答区提问，展示带来源页码的回答。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1" y="32644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77240" y="4114800"/>
            <a:ext cx="49834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5. 生成复习题并提交答案。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681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355079" y="4114800"/>
            <a:ext cx="49834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1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6. 进入学习洞察，展示学习数据。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1" y="4681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6263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CampusMind ·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总结与未来计划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CampusMind 已经具备完整产品雏形。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32918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361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当前成果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38528"/>
            <a:ext cx="2971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完成课程库、PDF 入库、RAG 问答、总结、复习题、术语解释、学习洞察、课程删除和中文化。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5361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938528"/>
            <a:ext cx="2971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增强 OCR、PPTX/DOCX 解析、错题本、间隔复习、流式回答和知识图谱。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2918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5361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项目价值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938528"/>
            <a:ext cx="2971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把 AI 从通用问答变成围绕真实课程资料工作的学习伙伴。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532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Microsoft YaHei"/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